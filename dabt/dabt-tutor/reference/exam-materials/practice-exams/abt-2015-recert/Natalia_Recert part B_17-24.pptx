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B93FE-EAD0-404B-B042-77BDB9C71185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A4F2-B301-41D8-936A-A9D52F5C7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86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B93FE-EAD0-404B-B042-77BDB9C71185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A4F2-B301-41D8-936A-A9D52F5C7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92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B93FE-EAD0-404B-B042-77BDB9C71185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A4F2-B301-41D8-936A-A9D52F5C7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B93FE-EAD0-404B-B042-77BDB9C71185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A4F2-B301-41D8-936A-A9D52F5C7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80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B93FE-EAD0-404B-B042-77BDB9C71185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A4F2-B301-41D8-936A-A9D52F5C7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4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B93FE-EAD0-404B-B042-77BDB9C71185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A4F2-B301-41D8-936A-A9D52F5C7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1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B93FE-EAD0-404B-B042-77BDB9C71185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A4F2-B301-41D8-936A-A9D52F5C7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97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B93FE-EAD0-404B-B042-77BDB9C71185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A4F2-B301-41D8-936A-A9D52F5C7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B93FE-EAD0-404B-B042-77BDB9C71185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A4F2-B301-41D8-936A-A9D52F5C7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41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B93FE-EAD0-404B-B042-77BDB9C71185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A4F2-B301-41D8-936A-A9D52F5C7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8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B93FE-EAD0-404B-B042-77BDB9C71185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A4F2-B301-41D8-936A-A9D52F5C7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36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B93FE-EAD0-404B-B042-77BDB9C71185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9A4F2-B301-41D8-936A-A9D52F5C7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40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2400"/>
            <a:ext cx="32766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747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2400"/>
            <a:ext cx="32766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7591425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96660" y="4741334"/>
            <a:ext cx="5508940" cy="211666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602473" y="2531534"/>
            <a:ext cx="5008127" cy="211666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24996" y="2988734"/>
            <a:ext cx="3762680" cy="211666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524000" y="5867400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Answer:  C   ??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933" y="6480201"/>
            <a:ext cx="19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Chapter 16, p. 746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87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3657600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729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3657600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667000"/>
            <a:ext cx="7553325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133600" y="2743200"/>
            <a:ext cx="2895600" cy="1524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32935" y="3429000"/>
            <a:ext cx="3185160" cy="1524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68639" y="3437467"/>
            <a:ext cx="2632364" cy="1524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56650" y="4131734"/>
            <a:ext cx="3420618" cy="135466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743200" y="5054601"/>
            <a:ext cx="4552843" cy="135466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524000" y="6031468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Answer:  A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33" y="6480201"/>
            <a:ext cx="19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Chapter 16, p. 753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22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811" y="0"/>
            <a:ext cx="3482789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02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06271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066800"/>
            <a:ext cx="6019800" cy="4669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3007966" y="1270002"/>
            <a:ext cx="6059834" cy="1524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84163" y="2192866"/>
            <a:ext cx="6059834" cy="1524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116643" y="2345266"/>
            <a:ext cx="2826957" cy="1524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102099" y="2015068"/>
            <a:ext cx="559297" cy="16764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81400" y="2667000"/>
            <a:ext cx="3420618" cy="1524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943600"/>
            <a:ext cx="5943600" cy="74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3482660" y="6324600"/>
            <a:ext cx="5508940" cy="1524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24200" y="6485467"/>
            <a:ext cx="818868" cy="16764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0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Answer:  B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38757" y="1650999"/>
            <a:ext cx="4552843" cy="1524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85150" y="1803399"/>
            <a:ext cx="1198905" cy="1524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6933" y="6480201"/>
            <a:ext cx="19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Chapter 16, p. 742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67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88" y="0"/>
            <a:ext cx="35528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320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88" y="0"/>
            <a:ext cx="35528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2162175"/>
            <a:ext cx="749617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6477000"/>
            <a:ext cx="2333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Chapter 17, p. 776-777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14600" y="2429933"/>
            <a:ext cx="5508940" cy="18440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2634996"/>
            <a:ext cx="5008127" cy="18440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62000" y="57150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Answer:  B	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07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488" y="0"/>
            <a:ext cx="362902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362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0"/>
            <a:ext cx="362902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295401"/>
            <a:ext cx="6400800" cy="2004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352800"/>
            <a:ext cx="6400800" cy="3455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895600" y="1339596"/>
            <a:ext cx="6059834" cy="18440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19400" y="1525861"/>
            <a:ext cx="1198905" cy="18440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477000"/>
            <a:ext cx="19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Chapter 16, p. 744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62000" y="57150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Answer:  A	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67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488" y="0"/>
            <a:ext cx="3629025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425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488" y="0"/>
            <a:ext cx="3629025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2847975"/>
            <a:ext cx="75152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590800" y="3557863"/>
            <a:ext cx="5508940" cy="18440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7872" y="3310468"/>
            <a:ext cx="2336328" cy="18440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88734" y="3100663"/>
            <a:ext cx="7332399" cy="18440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0874" y="3776132"/>
            <a:ext cx="1930850" cy="18440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0" y="6477000"/>
            <a:ext cx="19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Chapter 17, p. 785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62000" y="51816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Answer:  C	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08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0"/>
            <a:ext cx="36957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370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0"/>
            <a:ext cx="36957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2343150"/>
            <a:ext cx="75628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6477000"/>
            <a:ext cx="19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Chapter 12, p. 567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56467" y="2396068"/>
            <a:ext cx="1450676" cy="18440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90067" y="3081868"/>
            <a:ext cx="2123935" cy="18440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86271" y="2370667"/>
            <a:ext cx="559297" cy="18440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09800" y="3073401"/>
            <a:ext cx="2123935" cy="18440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62000" y="51816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Answer:  D	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19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0"/>
            <a:ext cx="3086100" cy="306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1992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0"/>
            <a:ext cx="3086100" cy="306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5800722"/>
            <a:ext cx="6400800" cy="380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675467" y="19050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√</a:t>
            </a:r>
            <a:endParaRPr lang="en-US" sz="2400" b="1" dirty="0">
              <a:solidFill>
                <a:srgbClr val="00B050"/>
              </a:solidFill>
            </a:endParaRP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200398"/>
            <a:ext cx="6400800" cy="574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667000" y="2286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√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312420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A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33600" y="5723464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D</a:t>
            </a:r>
            <a:endParaRPr lang="en-US" sz="2400" b="1" dirty="0">
              <a:solidFill>
                <a:srgbClr val="00B050"/>
              </a:solidFill>
            </a:endParaRP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4714872"/>
            <a:ext cx="6400800" cy="810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133600" y="464819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C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67000" y="12192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√</a:t>
            </a:r>
            <a:endParaRPr lang="en-US" sz="2400" b="1" dirty="0">
              <a:solidFill>
                <a:srgbClr val="00B050"/>
              </a:solidFill>
            </a:endParaRPr>
          </a:p>
        </p:txBody>
      </p:sp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5" y="3933822"/>
            <a:ext cx="6400800" cy="607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133600" y="386079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B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67000" y="7620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√</a:t>
            </a:r>
            <a:endParaRPr lang="en-US" sz="2400" b="1" dirty="0">
              <a:solidFill>
                <a:srgbClr val="00B050"/>
              </a:solidFill>
            </a:endParaRPr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6334125"/>
            <a:ext cx="6400800" cy="453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2133600" y="6320135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6477000"/>
            <a:ext cx="19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Chapter 14, p. 674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33400" y="51816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Answer:  E	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03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9B7F2886B3614BAD1C6143B699D609" ma:contentTypeVersion="12" ma:contentTypeDescription="Create a new document." ma:contentTypeScope="" ma:versionID="8d6f94fb22da2931efc8eabeca6510bb">
  <xsd:schema xmlns:xsd="http://www.w3.org/2001/XMLSchema" xmlns:xs="http://www.w3.org/2001/XMLSchema" xmlns:p="http://schemas.microsoft.com/office/2006/metadata/properties" xmlns:ns2="5d6ef54a-aa24-4e91-bc8b-44812b1eded1" xmlns:ns3="a7046a94-50c7-43c0-b98b-a3969f4076e7" targetNamespace="http://schemas.microsoft.com/office/2006/metadata/properties" ma:root="true" ma:fieldsID="cc0728bd40b4971c3e26cb78e9cfffca" ns2:_="" ns3:_="">
    <xsd:import namespace="5d6ef54a-aa24-4e91-bc8b-44812b1eded1"/>
    <xsd:import namespace="a7046a94-50c7-43c0-b98b-a3969f407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ef54a-aa24-4e91-bc8b-44812b1ede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933771c-307d-4a60-b7ad-eff2f0afcd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46a94-50c7-43c0-b98b-a3969f4076e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3d8983-1580-40b6-b87d-1f94fe43acac}" ma:internalName="TaxCatchAll" ma:showField="CatchAllData" ma:web="a7046a94-50c7-43c0-b98b-a3969f407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6ef54a-aa24-4e91-bc8b-44812b1eded1">
      <Terms xmlns="http://schemas.microsoft.com/office/infopath/2007/PartnerControls"/>
    </lcf76f155ced4ddcb4097134ff3c332f>
    <TaxCatchAll xmlns="a7046a94-50c7-43c0-b98b-a3969f4076e7" xsi:nil="true"/>
  </documentManagement>
</p:properties>
</file>

<file path=customXml/itemProps1.xml><?xml version="1.0" encoding="utf-8"?>
<ds:datastoreItem xmlns:ds="http://schemas.openxmlformats.org/officeDocument/2006/customXml" ds:itemID="{12CDDC03-E0D5-4566-8EC4-BEB40B4A1595}"/>
</file>

<file path=customXml/itemProps2.xml><?xml version="1.0" encoding="utf-8"?>
<ds:datastoreItem xmlns:ds="http://schemas.openxmlformats.org/officeDocument/2006/customXml" ds:itemID="{589021C6-153E-49FA-B5C1-62832661857E}"/>
</file>

<file path=customXml/itemProps3.xml><?xml version="1.0" encoding="utf-8"?>
<ds:datastoreItem xmlns:ds="http://schemas.openxmlformats.org/officeDocument/2006/customXml" ds:itemID="{9E36F824-F8DA-48FB-B83A-863FE4313C7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On-screen Show (4:3)</PresentationFormat>
  <Paragraphs>25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Bayer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Natalia Ryan</dc:creator>
  <cp:lastModifiedBy>April Lake</cp:lastModifiedBy>
  <cp:revision>6</cp:revision>
  <dcterms:created xsi:type="dcterms:W3CDTF">2017-08-25T12:28:11Z</dcterms:created>
  <dcterms:modified xsi:type="dcterms:W3CDTF">2018-02-12T23:52:45Z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0x010100FC9B7F2886B3614BAD1C6143B699D609</vt:lpwstr>
  </property>
</Properties>
</file>